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9" r:id="rId1"/>
  </p:sldMasterIdLst>
  <p:sldIdLst>
    <p:sldId id="256" r:id="rId2"/>
    <p:sldId id="262" r:id="rId3"/>
    <p:sldId id="263" r:id="rId4"/>
    <p:sldId id="266" r:id="rId5"/>
    <p:sldId id="257" r:id="rId6"/>
    <p:sldId id="259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620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949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411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00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376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951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47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8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38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292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0202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095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7902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612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937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791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360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C7D70-03B9-F28E-4D2A-6928D8B60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2647666"/>
            <a:ext cx="8791575" cy="1323440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Многопользовательская 3</a:t>
            </a:r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 </a:t>
            </a:r>
            <a:r>
              <a:rPr lang="ru-RU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игра с интеграцией в </a:t>
            </a:r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endParaRPr lang="x-none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FAFD0E-F25F-DF56-8AA1-79F42F067C31}"/>
              </a:ext>
            </a:extLst>
          </p:cNvPr>
          <p:cNvSpPr txBox="1"/>
          <p:nvPr/>
        </p:nvSpPr>
        <p:spPr>
          <a:xfrm>
            <a:off x="219689" y="5741480"/>
            <a:ext cx="29610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Автор: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студент группы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50501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Казаков Данила Максимович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0A1C8-48E7-26CA-DFEE-440E50876B04}"/>
              </a:ext>
            </a:extLst>
          </p:cNvPr>
          <p:cNvSpPr txBox="1"/>
          <p:nvPr/>
        </p:nvSpPr>
        <p:spPr>
          <a:xfrm>
            <a:off x="8017933" y="5741479"/>
            <a:ext cx="395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старший преподаватель кафедры ЭВМ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Смирнов Юрий Вячеславович</a:t>
            </a:r>
          </a:p>
        </p:txBody>
      </p:sp>
    </p:spTree>
    <p:extLst>
      <p:ext uri="{BB962C8B-B14F-4D97-AF65-F5344CB8AC3E}">
        <p14:creationId xmlns:p14="http://schemas.microsoft.com/office/powerpoint/2010/main" val="1312607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0" y="352287"/>
            <a:ext cx="1485999" cy="793407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4E81CBA-ECDC-FF39-87FA-67141F2DDD1B}"/>
              </a:ext>
            </a:extLst>
          </p:cNvPr>
          <p:cNvSpPr txBox="1">
            <a:spLocks/>
          </p:cNvSpPr>
          <p:nvPr/>
        </p:nvSpPr>
        <p:spPr>
          <a:xfrm>
            <a:off x="6096000" y="1416913"/>
            <a:ext cx="5621867" cy="1885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многопользовательской трёхмерной игры и её интеграция с мессенджером </a:t>
            </a:r>
            <a:r>
              <a:rPr lang="ru-RU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посредством специализированного бота, в рамках которой будет создан программный комплекс, включающий клиентскую часть, сервер для многопользовательского режима и </a:t>
            </a:r>
            <a:r>
              <a:rPr lang="ru-RU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-бота для доступа и взаимодействия с пользователями.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BF82A0-3AEB-D11E-CBB7-1600BFB8EEFC}"/>
              </a:ext>
            </a:extLst>
          </p:cNvPr>
          <p:cNvSpPr/>
          <p:nvPr/>
        </p:nvSpPr>
        <p:spPr>
          <a:xfrm>
            <a:off x="6096000" y="4446992"/>
            <a:ext cx="37507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серверной части;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клиентской части;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разработка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Telegram-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бота;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игровой логики;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4BE7E27-F4A2-6958-55EF-0D4F329C0DC7}"/>
              </a:ext>
            </a:extLst>
          </p:cNvPr>
          <p:cNvSpPr txBox="1">
            <a:spLocks/>
          </p:cNvSpPr>
          <p:nvPr/>
        </p:nvSpPr>
        <p:spPr>
          <a:xfrm>
            <a:off x="6096000" y="3573219"/>
            <a:ext cx="1727399" cy="79340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9AA5581E-9EA2-CD04-5FB5-179C0D004D0C}"/>
              </a:ext>
            </a:extLst>
          </p:cNvPr>
          <p:cNvSpPr txBox="1">
            <a:spLocks/>
          </p:cNvSpPr>
          <p:nvPr/>
        </p:nvSpPr>
        <p:spPr>
          <a:xfrm>
            <a:off x="168453" y="1416913"/>
            <a:ext cx="5621867" cy="3155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Игровая индустрия - один из самых динамично развивающихся сегментов цифрового рынка. Интеграция игр с мессенджерами, в частности с </a:t>
            </a:r>
            <a:r>
              <a:rPr lang="ru-RU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позволяет снизить порог входа для пользователей и упростить процесс авторизации.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многопользовательской 3D-игры требует создания надежной серверной части для синхронизации в реальном времени, а интеграция с </a:t>
            </a:r>
            <a:r>
              <a:rPr lang="ru-RU" sz="1800" dirty="0" err="1"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разработки бота для доступа и взаимодействия с игроками.</a:t>
            </a:r>
          </a:p>
        </p:txBody>
      </p:sp>
    </p:spTree>
    <p:extLst>
      <p:ext uri="{BB962C8B-B14F-4D97-AF65-F5344CB8AC3E}">
        <p14:creationId xmlns:p14="http://schemas.microsoft.com/office/powerpoint/2010/main" val="317306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92411" y="360160"/>
            <a:ext cx="7207178" cy="783915"/>
          </a:xfrm>
        </p:spPr>
        <p:txBody>
          <a:bodyPr/>
          <a:lstStyle/>
          <a:p>
            <a:pPr algn="ctr"/>
            <a:r>
              <a:rPr lang="ru-RU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Используемые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811EDBC-0FEC-4E86-B4BA-1837E7563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12" y="1327117"/>
            <a:ext cx="2057399" cy="210188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16EDCF-822F-BE17-E513-AC1E7EC780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7300" y="1371601"/>
            <a:ext cx="2057399" cy="205739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F4ADD5E-DF96-889C-2051-CF2727F08A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99588" y="1349358"/>
            <a:ext cx="2057399" cy="205739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F9C6789-8F0B-6BDF-1612-4C10F62EF6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5011" y="4261892"/>
            <a:ext cx="2057399" cy="205739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A48034D-E7E1-5144-9282-523357CA362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67299" y="4261892"/>
            <a:ext cx="2057399" cy="205739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99A3430-882A-849F-6F2A-B3F0370A611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99588" y="4261892"/>
            <a:ext cx="2057399" cy="205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15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22EBBD-BA84-D304-F6E5-B7F5C94D1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7365" y="289992"/>
            <a:ext cx="2452469" cy="85513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Аналоги</a:t>
            </a:r>
            <a:endParaRPr lang="ru-BY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2" descr="Сформированное изображение">
            <a:extLst>
              <a:ext uri="{FF2B5EF4-FFF2-40B4-BE49-F238E27FC236}">
                <a16:creationId xmlns:a16="http://schemas.microsoft.com/office/drawing/2014/main" id="{367AC803-A6DB-431F-A060-4C0715B7B8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054E03-C783-41EF-AD13-2907C3FCDC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17365" y="1629000"/>
            <a:ext cx="1800000" cy="1800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564E057-3D8B-866C-C661-0B8850D969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74635" y="1629000"/>
            <a:ext cx="1800000" cy="180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5FDAA22-5076-94F3-B66B-36A4D6ED56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17365" y="4329000"/>
            <a:ext cx="1800000" cy="1800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588BAEE-6FA2-340F-DAA6-6FDE2B2905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96000" y="4329000"/>
            <a:ext cx="1800000" cy="180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4AB93F7-D2B7-74E4-560C-94F0D1FF7E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74635" y="43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01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D9F31-61E8-F787-9950-A29C6A2A1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65" y="221878"/>
            <a:ext cx="11026587" cy="81100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Интерфейс </a:t>
            </a: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Telegram-</a:t>
            </a:r>
            <a:r>
              <a:rPr lang="ru-RU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бота и запуск игры</a:t>
            </a:r>
            <a:endParaRPr lang="x-none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C8A1E4-B128-FB80-E475-B55A584C8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419" y="1717338"/>
            <a:ext cx="4325968" cy="12547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Пользователь запускает игру через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-бота, нажимая кнопку «Start Game», после чего открывается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WebApp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 игрой.</a:t>
            </a: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KardiaMobile®(Single-Lead) - Alivecor ECG">
            <a:extLst>
              <a:ext uri="{FF2B5EF4-FFF2-40B4-BE49-F238E27FC236}">
                <a16:creationId xmlns:a16="http://schemas.microsoft.com/office/drawing/2014/main" id="{93428195-B8C1-4617-905F-AA316FCA19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8F0F171-B380-4065-B366-4232A521A5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8565" y="1717338"/>
            <a:ext cx="4320000" cy="14940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E43F89-EA6F-169E-AFA9-F5BE7B61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8565" y="4186837"/>
            <a:ext cx="3960000" cy="2449285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44840E40-0619-F305-C0CE-73C7898357D1}"/>
              </a:ext>
            </a:extLst>
          </p:cNvPr>
          <p:cNvSpPr txBox="1">
            <a:spLocks/>
          </p:cNvSpPr>
          <p:nvPr/>
        </p:nvSpPr>
        <p:spPr>
          <a:xfrm>
            <a:off x="6624419" y="4186837"/>
            <a:ext cx="4325968" cy="1254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главном меню отображается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игрока, полученный из профиля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798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17CEB0-4BBB-D3E3-AAA5-0A7EFD9403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8565" y="1215434"/>
            <a:ext cx="3960000" cy="244928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6EC0DF5-E4F8-A400-5729-73D1A18F12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8565" y="4246422"/>
            <a:ext cx="3960000" cy="2406315"/>
          </a:xfrm>
          <a:prstGeom prst="rect">
            <a:avLst/>
          </a:prstGeom>
        </p:spPr>
      </p:pic>
      <p:sp>
        <p:nvSpPr>
          <p:cNvPr id="13" name="Объект 2">
            <a:extLst>
              <a:ext uri="{FF2B5EF4-FFF2-40B4-BE49-F238E27FC236}">
                <a16:creationId xmlns:a16="http://schemas.microsoft.com/office/drawing/2014/main" id="{7B2146BC-AA93-5D5A-5089-BD3E70CF7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419" y="1717338"/>
            <a:ext cx="4325968" cy="12547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Игрок может создать новое лобби или подключиться к существующему из списка.</a:t>
            </a: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00DAA882-BB83-D3A4-1E57-C630B49C7963}"/>
              </a:ext>
            </a:extLst>
          </p:cNvPr>
          <p:cNvSpPr txBox="1">
            <a:spLocks/>
          </p:cNvSpPr>
          <p:nvPr/>
        </p:nvSpPr>
        <p:spPr>
          <a:xfrm>
            <a:off x="6624419" y="4186837"/>
            <a:ext cx="4325968" cy="1254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лобби участники видят список игроков, могут общаться в чате. Создатель лобби имеет кнопку «Start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ame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» для запуска игры.</a:t>
            </a: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503C1537-BD57-0A98-308F-CEDE1DED6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65" y="221878"/>
            <a:ext cx="11026587" cy="81100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Создание и подключение к лобби</a:t>
            </a:r>
            <a:endParaRPr lang="x-none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517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C44024-C81D-5632-363E-582BB163F1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8565" y="1313869"/>
            <a:ext cx="3960000" cy="225241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EC40AC-E0D3-27DA-0A2B-61AB3CC6EF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8565" y="4250224"/>
            <a:ext cx="3960000" cy="2398710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F017477A-7FE7-9B65-476E-AE62CD373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419" y="1717338"/>
            <a:ext cx="4325968" cy="12547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Игрок управляет персонажем с помощью виртуального джойстика.</a:t>
            </a: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BC01042F-0D21-98FB-443A-695B0F047B84}"/>
              </a:ext>
            </a:extLst>
          </p:cNvPr>
          <p:cNvSpPr txBox="1">
            <a:spLocks/>
          </p:cNvSpPr>
          <p:nvPr/>
        </p:nvSpPr>
        <p:spPr>
          <a:xfrm>
            <a:off x="6624419" y="4186837"/>
            <a:ext cx="4325968" cy="231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 локации расположены обычные и бонусные предметы, а также ловушки. Сбор предметов увеличивает счет, бонусы дают временные эффекты (ускорение, замедление, отключение управления, инверсия).</a:t>
            </a: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57424AFC-D0D4-A9CB-0729-B740A3626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65" y="221878"/>
            <a:ext cx="11026587" cy="81100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Игровой процесс</a:t>
            </a:r>
            <a:endParaRPr lang="x-none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023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72B3577-005F-2561-5A77-F1A1AF9C13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8565" y="1346885"/>
            <a:ext cx="3960000" cy="218638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9412E36-E38E-C4B3-81D7-D6A7B12BE2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5349" y="4246422"/>
            <a:ext cx="3926432" cy="2406315"/>
          </a:xfrm>
          <a:prstGeom prst="rect">
            <a:avLst/>
          </a:prstGeom>
        </p:spPr>
      </p:pic>
      <p:sp>
        <p:nvSpPr>
          <p:cNvPr id="14" name="Объект 2">
            <a:extLst>
              <a:ext uri="{FF2B5EF4-FFF2-40B4-BE49-F238E27FC236}">
                <a16:creationId xmlns:a16="http://schemas.microsoft.com/office/drawing/2014/main" id="{4598E7E3-74C3-716D-984A-DA1BD5A14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419" y="1717338"/>
            <a:ext cx="4325968" cy="12547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Ловушки отнимают процент собранных очков.</a:t>
            </a: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A4F1CFB0-1C10-1C1F-D2A2-8E1F8FECDEA4}"/>
              </a:ext>
            </a:extLst>
          </p:cNvPr>
          <p:cNvSpPr txBox="1">
            <a:spLocks/>
          </p:cNvSpPr>
          <p:nvPr/>
        </p:nvSpPr>
        <p:spPr>
          <a:xfrm>
            <a:off x="6624419" y="4186837"/>
            <a:ext cx="4325968" cy="189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 истечении таймера появляется финальная панель с итоговыми очками всех игроков. Создатель лобби может нажать кнопку «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 out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» для возврата всех участников в главное меню.</a:t>
            </a: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53A8894F-824B-3F72-2E6E-04DC4560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65" y="221878"/>
            <a:ext cx="11026587" cy="81100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Ловушки и завершение игры</a:t>
            </a:r>
            <a:endParaRPr lang="x-none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288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FE78D5-4F3E-7BEB-D534-BF05F427F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53"/>
            <a:ext cx="10515600" cy="66190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Выводы</a:t>
            </a:r>
            <a:endParaRPr lang="ru-BY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8D7200-6A8F-AEBD-9F89-4ECE25B0E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20588"/>
            <a:ext cx="11582400" cy="53250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Разработанное программное средство представляет собой многопользовательскую 3D-игру, интегрированную с мессенджером </a:t>
            </a:r>
            <a:r>
              <a:rPr lang="ru-RU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Telegram</a:t>
            </a:r>
            <a:r>
              <a:rPr 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и реализовано в соответствии с поставленными задачами.</a:t>
            </a:r>
            <a:endParaRPr lang="ru-RU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ru-RU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Преимущества</a:t>
            </a:r>
            <a:r>
              <a:rPr lang="ru-BY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571500" algn="just">
              <a:spcBef>
                <a:spcPts val="0"/>
              </a:spcBef>
            </a:pP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доступность игры через </a:t>
            </a:r>
            <a:r>
              <a:rPr lang="ru-RU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Telegram</a:t>
            </a: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WebApp</a:t>
            </a: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без установки и регистрации</a:t>
            </a:r>
            <a:r>
              <a:rPr lang="ru-BY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</a:p>
          <a:p>
            <a:pPr marL="571500" algn="just">
              <a:spcBef>
                <a:spcPts val="0"/>
              </a:spcBef>
            </a:pP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процедурная генерация локации, обеспечивающая уникальность каждого игрового сеанса</a:t>
            </a:r>
            <a:r>
              <a:rPr lang="ru-BY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</a:p>
          <a:p>
            <a:pPr marL="571500" algn="just">
              <a:spcBef>
                <a:spcPts val="0"/>
              </a:spcBef>
            </a:pP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полноценный многопользовательский режим с синхронизацией в реальном времени через </a:t>
            </a:r>
            <a:r>
              <a:rPr lang="ru-RU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WebSocket</a:t>
            </a:r>
            <a:r>
              <a:rPr lang="ru-BY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</a:p>
          <a:p>
            <a:pPr marL="571500" algn="just">
              <a:spcBef>
                <a:spcPts val="0"/>
              </a:spcBef>
            </a:pP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модульная архитектура, упрощающая сопровождение и дальнейшее развитие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571500" indent="-342900" algn="just">
              <a:lnSpc>
                <a:spcPct val="100000"/>
              </a:lnSpc>
              <a:spcBef>
                <a:spcPts val="0"/>
              </a:spcBef>
            </a:pPr>
            <a:endParaRPr lang="ru-RU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Возможные улучшения:</a:t>
            </a:r>
          </a:p>
          <a:p>
            <a:pPr marL="571500" algn="just">
              <a:spcBef>
                <a:spcPts val="0"/>
              </a:spcBef>
            </a:pP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система сохранения прогресса и таблицы лидеров</a:t>
            </a:r>
            <a:r>
              <a:rPr lang="ru-BY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endParaRPr lang="ru-RU" sz="20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571500" algn="just">
              <a:spcBef>
                <a:spcPts val="0"/>
              </a:spcBef>
            </a:pP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расширение игровых механик (бонусов, ловушек).</a:t>
            </a:r>
            <a:endParaRPr lang="ru-BY" sz="20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BY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325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38076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585</TotalTime>
  <Words>388</Words>
  <Application>Microsoft Office PowerPoint</Application>
  <PresentationFormat>Широкоэкранный</PresentationFormat>
  <Paragraphs>43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Trebuchet MS</vt:lpstr>
      <vt:lpstr>Wingdings 3</vt:lpstr>
      <vt:lpstr>Аспект</vt:lpstr>
      <vt:lpstr>Многопользовательская 3D игра с интеграцией в Telegram</vt:lpstr>
      <vt:lpstr>Цель</vt:lpstr>
      <vt:lpstr>Используемые технологии</vt:lpstr>
      <vt:lpstr>Аналоги</vt:lpstr>
      <vt:lpstr>Интерфейс Telegram-бота и запуск игры</vt:lpstr>
      <vt:lpstr>Создание и подключение к лобби</vt:lpstr>
      <vt:lpstr>Игровой процесс</vt:lpstr>
      <vt:lpstr>Ловушки и завершение игры</vt:lpstr>
      <vt:lpstr>Выводы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Проэкт «умный дом» на на основе Zigbee модулей</dc:title>
  <dc:creator>Максимка Ракитский</dc:creator>
  <cp:lastModifiedBy>Luflexia ⠀</cp:lastModifiedBy>
  <cp:revision>51</cp:revision>
  <dcterms:created xsi:type="dcterms:W3CDTF">2023-04-14T07:13:18Z</dcterms:created>
  <dcterms:modified xsi:type="dcterms:W3CDTF">2026-05-13T20:21:43Z</dcterms:modified>
</cp:coreProperties>
</file>