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51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19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287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86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43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71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5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85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95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51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25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47745-80B9-4ECB-B4DD-952EEEDEE55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D45D495-5998-45F1-9415-907ADF9D868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15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 — Википедия">
            <a:extLst>
              <a:ext uri="{FF2B5EF4-FFF2-40B4-BE49-F238E27FC236}">
                <a16:creationId xmlns:a16="http://schemas.microsoft.com/office/drawing/2014/main" id="{BEEF197C-D5D7-4A0A-8E74-B3D0428EF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9" y="4611856"/>
            <a:ext cx="3305175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nline Live Training on Core JAVA">
            <a:extLst>
              <a:ext uri="{FF2B5EF4-FFF2-40B4-BE49-F238E27FC236}">
                <a16:creationId xmlns:a16="http://schemas.microsoft.com/office/drawing/2014/main" id="{563D4728-0EA2-4B6C-B239-6F2D8C6F6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994" y="3983975"/>
            <a:ext cx="5353882" cy="257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cure Your Spring Boot Application with Spring Security. | by Maleesha  Kumarasinghe | Code Like A Girl">
            <a:extLst>
              <a:ext uri="{FF2B5EF4-FFF2-40B4-BE49-F238E27FC236}">
                <a16:creationId xmlns:a16="http://schemas.microsoft.com/office/drawing/2014/main" id="{FDD2B4D1-E2AC-4748-A974-8C6D3170A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160" y="32227"/>
            <a:ext cx="8141563" cy="457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970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4A0123-16CE-45FF-B509-8269BCEE7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3" y="1202636"/>
            <a:ext cx="4334480" cy="42011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013529-40F5-41EC-B0C4-FEBC05E1C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235" y="0"/>
            <a:ext cx="62380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45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555AF5-65A8-4D25-B0A7-6763CD91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93" y="1214332"/>
            <a:ext cx="4248743" cy="41630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F5B641-2350-4E4A-852A-98A5E229A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922" y="1185753"/>
            <a:ext cx="6058746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3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1DB3FC-5F72-4605-8FD3-A79D4591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37" y="3429000"/>
            <a:ext cx="7906853" cy="23053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185640-C115-4994-A50D-76250F12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260" y="372506"/>
            <a:ext cx="1590897" cy="4667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62E8DE-3BBE-4636-9579-0983EF451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08" y="372506"/>
            <a:ext cx="2743583" cy="7049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760ABA-EA9D-4C38-893C-6E5113F24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321" y="372506"/>
            <a:ext cx="1648055" cy="66684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E4117A-88D3-40DD-BA56-C1DB135E72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649" y="1397126"/>
            <a:ext cx="2410161" cy="61921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FFBCEE0-8BD7-480C-BE01-04CB294950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366" y="1443734"/>
            <a:ext cx="3048425" cy="66684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FEC630B-48A8-42CA-BE5D-49031DA5F4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786" y="1320914"/>
            <a:ext cx="3248478" cy="77163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159E463-C6EA-48C9-8997-4273E2557C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416" y="2351141"/>
            <a:ext cx="3286584" cy="74305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24B66BB-4232-4FE5-A6EB-4FFA1FA5BC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576" y="2351141"/>
            <a:ext cx="2476846" cy="7716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454EC05-76A0-4EDD-AB99-FD89EB6C61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7049" y="2357772"/>
            <a:ext cx="2695951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4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EF5C687-7750-410E-9541-5741B4FB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API </a:t>
            </a:r>
            <a:r>
              <a:rPr lang="ru-RU" dirty="0"/>
              <a:t>для интернет-магазина</a:t>
            </a:r>
            <a:endParaRPr 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91B5A2B-4346-42E5-82EF-88E9AE96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Регистрация</a:t>
            </a:r>
            <a:r>
              <a:rPr lang="en-US" dirty="0"/>
              <a:t> </a:t>
            </a:r>
            <a:r>
              <a:rPr lang="ru-RU" dirty="0"/>
              <a:t>пользователей (</a:t>
            </a:r>
            <a:r>
              <a:rPr lang="en-US" dirty="0"/>
              <a:t>email, </a:t>
            </a:r>
            <a:r>
              <a:rPr lang="ru-RU" dirty="0"/>
              <a:t>пароль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Вход в систему (</a:t>
            </a:r>
            <a:r>
              <a:rPr lang="en-US" dirty="0"/>
              <a:t>JWT)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Роли </a:t>
            </a:r>
            <a:r>
              <a:rPr lang="en-US" dirty="0"/>
              <a:t>Admin, Customer, Guest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CRUD</a:t>
            </a:r>
            <a:r>
              <a:rPr lang="ru-RU" dirty="0"/>
              <a:t> операции для товаров и категорий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6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EF5C687-7750-410E-9541-5741B4FB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Дальнейшие планы</a:t>
            </a:r>
            <a:endParaRPr 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91B5A2B-4346-42E5-82EF-88E9AE96C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Реализация корзины покупок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Реализация оформления заказов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Улучшение и рефакторинг кода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Решение задач </a:t>
            </a:r>
            <a:r>
              <a:rPr lang="en-US" dirty="0" err="1"/>
              <a:t>Codewars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Прохождение курсов </a:t>
            </a:r>
            <a:r>
              <a:rPr lang="en-US" dirty="0"/>
              <a:t>MES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0860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52656AE-9276-4B00-92A9-B7D7E617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/>
              <a:t>СПАСИБО ЗА ВНИМАНИЕ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599506562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195</TotalTime>
  <Words>49</Words>
  <Application>Microsoft Office PowerPoint</Application>
  <PresentationFormat>Широкоэкранный</PresentationFormat>
  <Paragraphs>12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Галерея</vt:lpstr>
      <vt:lpstr>Презентация PowerPoint</vt:lpstr>
      <vt:lpstr>Презентация PowerPoint</vt:lpstr>
      <vt:lpstr>Презентация PowerPoint</vt:lpstr>
      <vt:lpstr>Презентация PowerPoint</vt:lpstr>
      <vt:lpstr>API для интернет-магазина</vt:lpstr>
      <vt:lpstr>Дальнейшие планы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</dc:creator>
  <cp:lastModifiedBy>DAN</cp:lastModifiedBy>
  <cp:revision>10</cp:revision>
  <dcterms:created xsi:type="dcterms:W3CDTF">2025-06-17T09:49:16Z</dcterms:created>
  <dcterms:modified xsi:type="dcterms:W3CDTF">2025-06-17T13:05:04Z</dcterms:modified>
</cp:coreProperties>
</file>