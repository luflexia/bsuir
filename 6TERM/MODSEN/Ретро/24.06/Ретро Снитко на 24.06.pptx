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00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4T09:17:44.172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210 0,'-5'2,"0"0,1 0,-1 1,1-1,-1 1,1 0,0 0,0 1,0-1,0 1,1 0,-4 4,-3 3,-24 20,12-11,1 0,-29 38,48-56,0 0,1 0,0 1,-1-1,1 0,0 1,0-1,0 1,0-1,1 1,-1-1,1 1,-1 0,1-1,0 1,0-1,0 1,1 0,-1-1,1 1,-1 0,1-1,0 1,0-1,0 0,0 1,0-1,0 0,1 1,-1-1,1 0,0 0,0 0,-1 0,1-1,0 1,1 0,-1-1,0 1,3 0,5 4,0-1,0 0,0 0,1-1,0-1,0 0,0 0,14 1,-7-2,1-1,-1 0,1-1,-1-2,30-4,-38 3,0 0,-1 0,1-1,-1 0,0-1,0 0,-1 0,1-1,-1 0,0-1,12-12,23-29,-20 21,1 2,33-28,-49 47,1-1,0 1,1 1,-1-1,1 2,0-1,0 1,1 1,-1 0,1 1,15-3,17 2,0 2,57 5,-96-4,-1 1,1-1,0 1,0 0,-1 0,1 0,-1 0,1 0,-1 1,0-1,1 1,-1 0,0 0,0 1,0-1,0 0,-1 1,1 0,-1 0,1 0,-1 0,0 0,2 4,0 3,-1 1,-1-1,1 1,-1 0,-1-1,0 16,0-14,0 1,0-1,1 1,4 12,-5-24,0 1,-1 0,1 0,0-1,0 1,0-1,0 1,1-1,-1 1,0-1,1 0,-1 1,0-1,1 0,0 0,-1 0,1 0,0 0,-1-1,1 1,0 0,0-1,0 0,-1 1,1-1,0 0,0 0,0 0,0 0,0 0,0 0,-1 0,1-1,0 1,0-1,0 1,2-3,11-2,0-2,-1 0,23-15,-10 6,40-27,-55 33,1 1,0 1,0 0,1 1,-1 1,21-7,-33 12,1 1,-1 0,1-1,-1 1,1 0,-1 0,1 0,-1 0,1 1,-1-1,1 0,-1 1,1-1,-1 1,1-1,-1 1,0 0,1-1,-1 1,0 0,0 0,0 0,1 0,-1 0,0 0,0 0,0 1,1 1,19 48,-20-44,1-1,0 0,1 1,0-1,5 9,-6-13,0 0,0 0,0-1,0 1,0 0,0-1,0 0,1 1,-1-1,1 0,-1 0,1 0,-1-1,1 1,-1-1,1 1,0-1,-1 0,1 0,0 0,-1 0,1 0,-1-1,1 1,0-1,-1 0,3-1,10-3,-1-1,0-1,22-14,-5 3,-12 7,-13 8,0-1,0 1,0 1,0-1,0 1,11-3,-15 5,0 0,-1 0,1 0,0 0,0 0,0 1,0-1,0 1,0-1,-1 1,1-1,0 1,0 0,-1 0,1 0,0 0,-1 0,1 1,-1-1,0 0,1 1,-1-1,0 1,0-1,0 1,0-1,2 4,0 2,1 0,0-1,1 1,-1-1,1 0,0-1,1 1,8 6,-11-10,0 0,0-1,0 1,1-1,-1 0,1 0,-1 0,1 0,-1 0,1-1,-1 0,1 0,-1 0,1 0,0 0,-1-1,1 0,-1 1,1-1,5-3,15-7,-1 0,0-1,27-21,-27 18,1 0,34-15,-56 29,-1 1,1 0,-1 0,1 0,-1 0,1 0,-1 0,1 0,-1 0,1 0,-1 1,1-1,-1 1,0-1,1 1,-1-1,0 1,1 0,-1 0,0 0,0 0,0 0,1 0,-1 0,0 0,0 0,-1 0,1 0,0 1,0-1,-1 0,1 1,0-1,-1 0,0 1,1-1,-1 3,18 67,-16-59,5 42,-7-44,0 1,1-1,0 0,1-1,0 1,1 0,0 0,0-1,1 0,0 0,7 12,-10-20,1 1,-1-1,0 0,1 0,-1 0,0 0,1 0,-1 0,1 0,0 0,-1 0,1-1,0 1,-1-1,1 1,0-1,-1 0,1 0,0 0,0 0,2 0,0-1,0 1,0-2,0 1,0 0,0-1,0 0,-1 1,7-6,5-4,-2 0,1-1,13-17,-24 26,229-260,-188 214,-46 54,-1 0,1 0,0 0,1 1,0-1,-1 1,2-1,-1 1,0 6,-2 70,3-68,-2 10,1 42,2-63,-1 1,0-1,1 1,0 0,0-1,0 1,0-1,0 1,1-1,0 0,-1 0,1 1,4 3,-4-5,-1-1,1 0,0 0,0 0,0 0,-1 0,1 0,0 0,0-1,0 1,0-1,0 1,1-1,-1 0,0 0,0 0,0 0,0 0,0-1,0 1,0 0,0-1,0 0,0 1,0-1,0 0,2-1,8-5,-1 1,0-2,13-10,-7 4,17-10,-21 13,1 1,28-15,-37 22,0 1,0 1,-1-1,1 1,1-1,-1 2,0-1,0 0,0 1,0 0,1 0,-1 1,9 1,-1 1,-5-2,-1 1,1 0,-1 0,0 1,12 5,-18-7,0 0,1 0,-1-1,0 1,0 0,0 0,0 0,0 0,-1 1,1-1,0 0,0 0,-1 0,1 1,-1-1,1 0,-1 1,1-1,-1 0,0 1,0-1,0 1,0-1,0 0,0 1,0-1,0 1,0-1,-1 0,1 1,0-1,-1 0,1 1,-1-1,0 0,-1 2,3-5,-1 0,0 0,1 0,0 1,-1-1,1 0,0 0,0 0,0 1,0-1,0 0,0 1,2-2,5-5,1 0,0 1,0 1,0-1,1 1,0 1,20-8,-29 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848EC-0643-4482-A648-3F4A8579B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6AA417-0406-4ED0-AE72-2440660FD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4345B8-DA31-4161-B12C-F323A5B7B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C3708-862C-41CB-A52B-4F9976B8B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5145A-7C55-4F87-B273-510D869F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2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D4C6F-4498-4019-B724-FF677162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2F536C-21A6-4D99-9483-3BB7CCFF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FF1F21-31FB-4755-BE2B-A300C9A3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DA3BE6-2EF0-49D5-BECB-1DF2557B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54E-49FB-43CB-9482-1AADF0F9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91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A4389-93F2-4DDD-84C8-BB84484D0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28169-6F5D-4FC7-B1E3-880ECCF4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6B6BBE-8593-4571-A360-BA12CC65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181567-555D-4996-B8E0-E60B43A4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1DAD3-B4FA-4BA7-9F60-4C1434B6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03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85865-B220-456E-B0A2-AA4D3F0F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60DEA0-8D29-4BA4-B1D9-D329ADB68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713CD1-EE46-48F6-99ED-E4184857F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D8A54F-26E3-4C9E-9922-8AA9A32D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5E0167-2539-458F-B467-137ADDA6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B5DAEE-9724-41C9-BE9A-2A45991B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454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881BC-FEB7-4C2A-B248-4DEFEA7A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817FD-3BFA-4060-912E-500A70F66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48BDF4-BA7B-468E-8371-CF154FBAA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7DF0D25-8E1D-45FC-A35E-7C136A6D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E3998A-107D-4CBF-BA13-9B5CD7731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52774-A724-4DED-BB70-228520F3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BEE9B23-C4BE-47F2-8749-7C22DEA9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B69BD4-0E06-4F43-8863-16D19FD8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38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EB364-1E90-4733-8D4A-926F0C46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6435C4-484E-428B-A534-3B677EC7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A0541D-35DC-4CE9-AEF3-C611B13A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207FD9-DCDA-4DBF-9768-C755BE0A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77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8FA2A5-3599-4F6B-A2EC-5E1A0A0F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371216-9657-4916-A650-DD27AD2F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A631D6-4ECE-4478-8945-29225E38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48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1BA91-124D-4E0F-B31D-67E9C7F4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76669-E94A-45A9-B6BC-3AD5B143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AE9B21-6B3A-40FF-84E5-EAADAF35E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A4FF92-8720-41C9-952F-EE40AA6B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785C91-F840-44AE-8DF6-9F437629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5ADFA5-6C6B-4F13-99BF-A822949D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01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A8DE0-3CF1-479D-8A37-E332B5F6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7F8455-EA2B-4DC1-B3C3-819CADE03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298E0-1456-46EF-8E60-34E96ED8D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49BD97-41FF-4F87-8BB8-5B21BA4F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0277C-C7B4-4C32-B781-4F24EF38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18217-E105-432B-A650-8C697455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78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327FA-857B-49E4-A80B-99E097D7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142DC3-0EE9-48FD-AC44-04DE82E72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9BBF23-54EB-4CAF-859D-1EEE0E6B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95A156-EFDE-4562-A2DA-9CC0CA39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693A40-125D-4C39-B15E-E53229453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93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3A7D619-9085-4599-8021-9501AD9FE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A09E96-B141-4C00-B679-8E710B959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4F4453-5B52-4EBE-9BA4-ADDDC939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0258D5-AB1B-4863-82AD-2804662E0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9BA398-77AB-4C42-8644-2DB40A7F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73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C82DB-C7EE-4BED-A91A-3D8239EE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F63F28-F758-4BBC-A617-21A187779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45A260-71A6-43A9-A3AB-79550D575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11B8D-2DD5-480B-B9A3-F7ACA637ACF0}" type="datetimeFigureOut">
              <a:rPr lang="ru-RU" smtClean="0"/>
              <a:t>24.06.2025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935BE9-E5D3-43D4-AE1B-7CF26762D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8C03B-0745-47DB-9E57-5A12ED184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B463F-246F-42B0-B707-E9A651683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3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80054-8A79-49C6-801B-BFB9DC55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Теоретические блоки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93AC2-51A1-4C28-AFDC-CFA6A64A2B9F}"/>
              </a:ext>
            </a:extLst>
          </p:cNvPr>
          <p:cNvSpPr txBox="1"/>
          <p:nvPr/>
        </p:nvSpPr>
        <p:spPr>
          <a:xfrm>
            <a:off x="1315155" y="2557763"/>
            <a:ext cx="3471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Spring Security</a:t>
            </a:r>
            <a:endParaRPr lang="ru-RU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29C01-A6C1-4B8C-839E-63AADBF5AB83}"/>
              </a:ext>
            </a:extLst>
          </p:cNvPr>
          <p:cNvSpPr txBox="1"/>
          <p:nvPr/>
        </p:nvSpPr>
        <p:spPr>
          <a:xfrm>
            <a:off x="5063066" y="4132725"/>
            <a:ext cx="2624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 err="1"/>
              <a:t>OpenCSV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DF58D-DA10-4D5C-AD2C-8CEC8F382B14}"/>
              </a:ext>
            </a:extLst>
          </p:cNvPr>
          <p:cNvSpPr txBox="1"/>
          <p:nvPr/>
        </p:nvSpPr>
        <p:spPr>
          <a:xfrm>
            <a:off x="7405513" y="2371332"/>
            <a:ext cx="2624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 err="1"/>
              <a:t>OpenAPI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4606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B3DB18-12FB-4889-99EF-73C3557B1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901" y="732891"/>
            <a:ext cx="5456031" cy="53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9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789054-6B11-4705-8009-75966E9E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525" y="181873"/>
            <a:ext cx="2122386" cy="144568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DF4DF2-220E-46D5-A4BE-3830570B0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302" y="202382"/>
            <a:ext cx="2196041" cy="1448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C33118-D50A-4A3E-9D6E-AA1768DE310E}"/>
              </a:ext>
            </a:extLst>
          </p:cNvPr>
          <p:cNvSpPr txBox="1"/>
          <p:nvPr/>
        </p:nvSpPr>
        <p:spPr>
          <a:xfrm>
            <a:off x="1522485" y="2074880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Multiples of 3 or 5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BD507-CDE1-4D68-B32B-8E4334C3209F}"/>
              </a:ext>
            </a:extLst>
          </p:cNvPr>
          <p:cNvSpPr txBox="1"/>
          <p:nvPr/>
        </p:nvSpPr>
        <p:spPr>
          <a:xfrm>
            <a:off x="1798201" y="2492705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Bit Counting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686ED-53A4-462D-B64D-E42CE5EA703B}"/>
              </a:ext>
            </a:extLst>
          </p:cNvPr>
          <p:cNvSpPr txBox="1"/>
          <p:nvPr/>
        </p:nvSpPr>
        <p:spPr>
          <a:xfrm>
            <a:off x="7861734" y="2053009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Sum Strings as Numbers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1BDD62-5982-4E10-AEA8-19DCBB6AB178}"/>
              </a:ext>
            </a:extLst>
          </p:cNvPr>
          <p:cNvSpPr txBox="1"/>
          <p:nvPr/>
        </p:nvSpPr>
        <p:spPr>
          <a:xfrm>
            <a:off x="7165695" y="2639685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Most frequently used words in a text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6F76B4-DDD4-4909-B456-3A9B39EBA785}"/>
              </a:ext>
            </a:extLst>
          </p:cNvPr>
          <p:cNvSpPr txBox="1"/>
          <p:nvPr/>
        </p:nvSpPr>
        <p:spPr>
          <a:xfrm>
            <a:off x="1636900" y="2870636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Find the odd int</a:t>
            </a:r>
            <a:endParaRPr lang="ru-RU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DB6CE1B-C213-485C-9435-DFB23B5E4C40}"/>
              </a:ext>
            </a:extLst>
          </p:cNvPr>
          <p:cNvCxnSpPr/>
          <p:nvPr/>
        </p:nvCxnSpPr>
        <p:spPr>
          <a:xfrm>
            <a:off x="0" y="380153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383E4E12-EFD6-4ADA-BB61-BA1D8F8149BF}"/>
              </a:ext>
            </a:extLst>
          </p:cNvPr>
          <p:cNvCxnSpPr>
            <a:cxnSpLocks/>
          </p:cNvCxnSpPr>
          <p:nvPr/>
        </p:nvCxnSpPr>
        <p:spPr>
          <a:xfrm>
            <a:off x="5683955" y="-1"/>
            <a:ext cx="0" cy="3801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33EFDA-40A8-4CA7-B8AD-5075C4C2D3FA}"/>
              </a:ext>
            </a:extLst>
          </p:cNvPr>
          <p:cNvSpPr txBox="1"/>
          <p:nvPr/>
        </p:nvSpPr>
        <p:spPr>
          <a:xfrm>
            <a:off x="1185692" y="3244334"/>
            <a:ext cx="2725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effectLst/>
                <a:latin typeface="Lato" panose="020F0502020204030203" pitchFamily="34" charset="0"/>
              </a:rPr>
              <a:t>Take a Ten Minutes Walk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B3B43B-859C-4949-B5B8-BE0F5D9E2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311" y="3938567"/>
            <a:ext cx="6254012" cy="27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C3EA0-79CA-4A01-8FFF-CFCF0EFB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077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+mn-lt"/>
              </a:rPr>
              <a:t>Сделано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EB0C5E8-6331-4D27-9CE1-4208F12153D8}"/>
              </a:ext>
            </a:extLst>
          </p:cNvPr>
          <p:cNvCxnSpPr>
            <a:cxnSpLocks/>
          </p:cNvCxnSpPr>
          <p:nvPr/>
        </p:nvCxnSpPr>
        <p:spPr>
          <a:xfrm flipV="1">
            <a:off x="8411270" y="6028267"/>
            <a:ext cx="308081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E1CB92-4FCA-433E-B40C-EB9488FBC1F0}"/>
              </a:ext>
            </a:extLst>
          </p:cNvPr>
          <p:cNvSpPr txBox="1"/>
          <p:nvPr/>
        </p:nvSpPr>
        <p:spPr>
          <a:xfrm>
            <a:off x="9851871" y="6147246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</a:t>
            </a:r>
            <a:r>
              <a:rPr lang="ru-RU" dirty="0"/>
              <a:t>38%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FB02631-CED7-4BF0-9FC3-A7A4CB538115}"/>
              </a:ext>
            </a:extLst>
          </p:cNvPr>
          <p:cNvCxnSpPr/>
          <p:nvPr/>
        </p:nvCxnSpPr>
        <p:spPr>
          <a:xfrm>
            <a:off x="9531377" y="5935133"/>
            <a:ext cx="0" cy="2002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Подзаголовок 5">
            <a:extLst>
              <a:ext uri="{FF2B5EF4-FFF2-40B4-BE49-F238E27FC236}">
                <a16:creationId xmlns:a16="http://schemas.microsoft.com/office/drawing/2014/main" id="{142D1C95-C211-45E6-B2AA-3568D159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824" y="1814400"/>
            <a:ext cx="8377441" cy="37397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Перенесены исключения в отдельные классы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Сервис </a:t>
            </a:r>
            <a:r>
              <a:rPr lang="en-US" dirty="0"/>
              <a:t>user </a:t>
            </a:r>
            <a:r>
              <a:rPr lang="ru-RU" dirty="0"/>
              <a:t>разбит на </a:t>
            </a:r>
            <a:r>
              <a:rPr lang="en-US" dirty="0"/>
              <a:t>auth </a:t>
            </a:r>
            <a:r>
              <a:rPr lang="ru-RU" dirty="0"/>
              <a:t>и </a:t>
            </a:r>
            <a:r>
              <a:rPr lang="en-US" dirty="0"/>
              <a:t>user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Ограничение регистрации администраторов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Исправлено межсервисное взаимодействие</a:t>
            </a:r>
          </a:p>
          <a:p>
            <a:pPr marL="285750" indent="-285750"/>
            <a:r>
              <a:rPr lang="ru-RU" dirty="0" err="1"/>
              <a:t>Круды</a:t>
            </a:r>
            <a:r>
              <a:rPr lang="ru-RU" dirty="0"/>
              <a:t>, поиск, работа с фото, импорт</a:t>
            </a:r>
            <a:r>
              <a:rPr lang="en-US" dirty="0"/>
              <a:t>/</a:t>
            </a:r>
            <a:r>
              <a:rPr lang="ru-RU" dirty="0"/>
              <a:t>экспорт </a:t>
            </a:r>
            <a:r>
              <a:rPr lang="en-US" dirty="0"/>
              <a:t>CSV</a:t>
            </a:r>
            <a:endParaRPr lang="ru-RU" dirty="0"/>
          </a:p>
          <a:p>
            <a:pPr marL="285750" indent="-285750"/>
            <a:r>
              <a:rPr lang="ru-RU" dirty="0"/>
              <a:t>Логирование в файл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Рукописный ввод 2">
                <a:extLst>
                  <a:ext uri="{FF2B5EF4-FFF2-40B4-BE49-F238E27FC236}">
                    <a16:creationId xmlns:a16="http://schemas.microsoft.com/office/drawing/2014/main" id="{56B415DA-A44E-4FE1-8F8B-1F3A3ACACF37}"/>
                  </a:ext>
                </a:extLst>
              </p14:cNvPr>
              <p14:cNvContentPartPr/>
              <p14:nvPr/>
            </p14:nvContentPartPr>
            <p14:xfrm>
              <a:off x="8424756" y="5960333"/>
              <a:ext cx="1109880" cy="153000"/>
            </p14:xfrm>
          </p:contentPart>
        </mc:Choice>
        <mc:Fallback>
          <p:pic>
            <p:nvPicPr>
              <p:cNvPr id="3" name="Рукописный ввод 2">
                <a:extLst>
                  <a:ext uri="{FF2B5EF4-FFF2-40B4-BE49-F238E27FC236}">
                    <a16:creationId xmlns:a16="http://schemas.microsoft.com/office/drawing/2014/main" id="{56B415DA-A44E-4FE1-8F8B-1F3A3ACACF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5756" y="5951333"/>
                <a:ext cx="1127520" cy="1706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E837DEE9-E776-432A-A0EB-7F503A610CD4}"/>
              </a:ext>
            </a:extLst>
          </p:cNvPr>
          <p:cNvSpPr txBox="1"/>
          <p:nvPr/>
        </p:nvSpPr>
        <p:spPr>
          <a:xfrm>
            <a:off x="4639733" y="724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API </a:t>
            </a:r>
            <a:r>
              <a:rPr lang="ru-RU" dirty="0">
                <a:latin typeface="+mn-lt"/>
              </a:rPr>
              <a:t>для бронирования отелей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100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41F7E-271F-493D-94D7-3DE9FE19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811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Планы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34B0CE-425D-4E8A-BC93-2BABB37305F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9278033" y="1690686"/>
            <a:ext cx="1642516" cy="9604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EED54E-6E37-4051-9C5C-6379A96B5BE9}"/>
              </a:ext>
            </a:extLst>
          </p:cNvPr>
          <p:cNvSpPr txBox="1"/>
          <p:nvPr/>
        </p:nvSpPr>
        <p:spPr>
          <a:xfrm>
            <a:off x="8451726" y="187850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</a:p>
        </p:txBody>
      </p:sp>
      <p:sp>
        <p:nvSpPr>
          <p:cNvPr id="10" name="Подзаголовок 5">
            <a:extLst>
              <a:ext uri="{FF2B5EF4-FFF2-40B4-BE49-F238E27FC236}">
                <a16:creationId xmlns:a16="http://schemas.microsoft.com/office/drawing/2014/main" id="{F5FB387E-E146-4A39-A526-6EBEA036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825" y="1261244"/>
            <a:ext cx="7963354" cy="4529956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Обработчики исключений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Исправление ошибок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Фильтр по нескольким удобствам, сортировка </a:t>
            </a:r>
            <a:br>
              <a:rPr lang="ru-RU" dirty="0"/>
            </a:br>
            <a:br>
              <a:rPr lang="ru-RU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booking-service</a:t>
            </a:r>
            <a:r>
              <a:rPr lang="ru-RU" dirty="0"/>
              <a:t> — доступность на даты, расчет стоимости, количество гостей, подтверждение брони </a:t>
            </a:r>
            <a:r>
              <a:rPr lang="en-US" dirty="0"/>
              <a:t>PDF</a:t>
            </a:r>
            <a:endParaRPr lang="ru-RU" dirty="0"/>
          </a:p>
          <a:p>
            <a:pPr marL="285750" indent="-285750"/>
            <a:r>
              <a:rPr lang="ru-RU" dirty="0"/>
              <a:t>Рефакторинг кода</a:t>
            </a:r>
          </a:p>
          <a:p>
            <a:pPr marL="285750" indent="-285750"/>
            <a:r>
              <a:rPr lang="ru-RU" dirty="0"/>
              <a:t>Тестирование всех сервисов</a:t>
            </a:r>
          </a:p>
          <a:p>
            <a:pPr marL="285750" indent="-285750"/>
            <a:r>
              <a:rPr lang="ru-RU" dirty="0"/>
              <a:t>Решение задач </a:t>
            </a:r>
            <a:r>
              <a:rPr lang="en-US" dirty="0" err="1"/>
              <a:t>Codewars</a:t>
            </a:r>
            <a:endParaRPr lang="en-US" dirty="0"/>
          </a:p>
          <a:p>
            <a:pPr marL="285750" indent="-285750"/>
            <a:r>
              <a:rPr lang="ru-RU" dirty="0"/>
              <a:t>Прохождение курсов </a:t>
            </a:r>
            <a:r>
              <a:rPr lang="en-US" dirty="0"/>
              <a:t>MES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61CAC1-B8C3-47AA-A585-1832062FA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990" y="3621351"/>
            <a:ext cx="2791904" cy="27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6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8B32A-5494-46F1-A401-1F208F86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6977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pic>
        <p:nvPicPr>
          <p:cNvPr id="1026" name="Picture 2" descr="Oeeaiooeeaio Cat Meme TikTok&quot; Sticker for Sale by sassywaffles | Redbubble">
            <a:extLst>
              <a:ext uri="{FF2B5EF4-FFF2-40B4-BE49-F238E27FC236}">
                <a16:creationId xmlns:a16="http://schemas.microsoft.com/office/drawing/2014/main" id="{5C2C7965-3E35-4667-9859-9B905F20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754" y="2138302"/>
            <a:ext cx="3294239" cy="439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2036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117</Words>
  <Application>Microsoft Office PowerPoint</Application>
  <PresentationFormat>Широкоэкранный</PresentationFormat>
  <Paragraphs>30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Тема Office</vt:lpstr>
      <vt:lpstr>Теоретические блоки</vt:lpstr>
      <vt:lpstr>Презентация PowerPoint</vt:lpstr>
      <vt:lpstr>Презентация PowerPoint</vt:lpstr>
      <vt:lpstr>Сделано</vt:lpstr>
      <vt:lpstr>Планы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Luflexia ⠀</dc:creator>
  <cp:lastModifiedBy>Luflexia ⠀</cp:lastModifiedBy>
  <cp:revision>38</cp:revision>
  <dcterms:created xsi:type="dcterms:W3CDTF">2025-06-16T17:41:17Z</dcterms:created>
  <dcterms:modified xsi:type="dcterms:W3CDTF">2025-06-24T09:54:07Z</dcterms:modified>
</cp:coreProperties>
</file>