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57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51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19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28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86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3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71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5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85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95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51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25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47745-80B9-4ECB-B4DD-952EEEDEE55C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15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EF5C687-7750-410E-9541-5741B4FB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Изученая</a:t>
            </a:r>
            <a:r>
              <a:rPr lang="ru-RU" dirty="0"/>
              <a:t> теория</a:t>
            </a:r>
            <a:endParaRPr 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91B5A2B-4346-42E5-82EF-88E9AE96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latin typeface="quote-cjk-patch"/>
              </a:rPr>
              <a:t>Spring Security</a:t>
            </a:r>
            <a:endParaRPr lang="en-US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/>
            <a:r>
              <a:rPr lang="en-US" b="1" i="0" dirty="0">
                <a:solidFill>
                  <a:srgbClr val="404040"/>
                </a:solidFill>
                <a:effectLst/>
                <a:latin typeface="quote-cjk-patch"/>
              </a:rPr>
              <a:t>JWT (JSON Web Tokens)</a:t>
            </a:r>
            <a:endParaRPr lang="en-US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/>
            <a:r>
              <a:rPr lang="be-BY" b="1" i="0" dirty="0">
                <a:solidFill>
                  <a:srgbClr val="404040"/>
                </a:solidFill>
                <a:effectLst/>
                <a:latin typeface="quote-cjk-patch"/>
              </a:rPr>
              <a:t>Работа с </a:t>
            </a:r>
            <a:r>
              <a:rPr lang="en-US" b="1" i="0" dirty="0">
                <a:solidFill>
                  <a:srgbClr val="404040"/>
                </a:solidFill>
                <a:effectLst/>
                <a:latin typeface="quote-cjk-patch"/>
              </a:rPr>
              <a:t>Email</a:t>
            </a:r>
            <a:endParaRPr lang="en-US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06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F36250-E074-46B4-9E28-EF4C81DDF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57" y="835767"/>
            <a:ext cx="4248743" cy="41630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84F98C-5148-45BE-963C-4819A04D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247" y="835768"/>
            <a:ext cx="4116491" cy="4163005"/>
          </a:xfrm>
          <a:prstGeom prst="rect">
            <a:avLst/>
          </a:prstGeom>
        </p:spPr>
      </p:pic>
      <p:sp>
        <p:nvSpPr>
          <p:cNvPr id="8" name="Подзаголовок 5">
            <a:extLst>
              <a:ext uri="{FF2B5EF4-FFF2-40B4-BE49-F238E27FC236}">
                <a16:creationId xmlns:a16="http://schemas.microsoft.com/office/drawing/2014/main" id="{91409708-2723-4CD9-B4BC-A404A5F11D85}"/>
              </a:ext>
            </a:extLst>
          </p:cNvPr>
          <p:cNvSpPr txBox="1">
            <a:spLocks/>
          </p:cNvSpPr>
          <p:nvPr/>
        </p:nvSpPr>
        <p:spPr>
          <a:xfrm>
            <a:off x="1084757" y="4998773"/>
            <a:ext cx="4248743" cy="4675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ru-RU" dirty="0"/>
              <a:t>Пройден тест</a:t>
            </a:r>
            <a:endParaRPr lang="en-US" dirty="0"/>
          </a:p>
        </p:txBody>
      </p:sp>
      <p:sp>
        <p:nvSpPr>
          <p:cNvPr id="9" name="Подзаголовок 5">
            <a:extLst>
              <a:ext uri="{FF2B5EF4-FFF2-40B4-BE49-F238E27FC236}">
                <a16:creationId xmlns:a16="http://schemas.microsoft.com/office/drawing/2014/main" id="{DDA1A1F9-1320-4585-94C3-0139163C90ED}"/>
              </a:ext>
            </a:extLst>
          </p:cNvPr>
          <p:cNvSpPr txBox="1">
            <a:spLocks/>
          </p:cNvSpPr>
          <p:nvPr/>
        </p:nvSpPr>
        <p:spPr>
          <a:xfrm>
            <a:off x="7355247" y="4998773"/>
            <a:ext cx="4116491" cy="4675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ru-RU" dirty="0"/>
              <a:t>Изучена теория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4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7F8FDC-DBE6-40DB-8531-B6C1D4509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708" y="3763806"/>
            <a:ext cx="6373114" cy="17242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E143C0-68EA-4748-BA54-B9930255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55" y="1353439"/>
            <a:ext cx="2353003" cy="5048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890DDED-94D1-49AD-B03D-20A5BFB7A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206" y="495419"/>
            <a:ext cx="2762639" cy="55252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B83696C-DDAD-4172-9CB8-7C9E37C41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3" y="492075"/>
            <a:ext cx="2352565" cy="60889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11F8BEE-EB48-431C-B4D8-5EBF9A5D8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206" y="1369928"/>
            <a:ext cx="2762639" cy="55252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7772FA8-DE98-4AE3-9660-EDA27603DE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8795" y="471603"/>
            <a:ext cx="2219635" cy="600159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D46B7C1-B21C-4FE6-9D82-55500ED6E6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628" y="2334208"/>
            <a:ext cx="2819794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4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EF5C687-7750-410E-9541-5741B4FB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API </a:t>
            </a:r>
            <a:r>
              <a:rPr lang="ru-RU" dirty="0"/>
              <a:t>для интернет-магазина</a:t>
            </a:r>
            <a:endParaRPr 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91B5A2B-4346-42E5-82EF-88E9AE96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be-BY" b="0" i="0" dirty="0">
                <a:solidFill>
                  <a:srgbClr val="1F2328"/>
                </a:solidFill>
                <a:effectLst/>
                <a:latin typeface="-apple-system"/>
              </a:rPr>
              <a:t>Восстановление пароля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Фильтрация и сортировка товаров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Корзина покупок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Оформление заказов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История заказов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6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EF5C687-7750-410E-9541-5741B4FB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Дальнейшие планы</a:t>
            </a:r>
            <a:endParaRPr 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91B5A2B-4346-42E5-82EF-88E9AE96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Применение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промокодов</a:t>
            </a:r>
            <a:endParaRPr lang="ru-RU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Система рейтингов/отзывов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Избранные товары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Решение задач </a:t>
            </a:r>
            <a:r>
              <a:rPr lang="en-US" dirty="0" err="1"/>
              <a:t>Codewars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Прохождение курсов </a:t>
            </a:r>
            <a:r>
              <a:rPr lang="en-US" dirty="0"/>
              <a:t>MES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086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52656AE-9276-4B00-92A9-B7D7E617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/>
              <a:t>СПАСИБО ЗА ВНИМАНИЕ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599506562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244</TotalTime>
  <Words>51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Gill Sans MT</vt:lpstr>
      <vt:lpstr>quote-cjk-patch</vt:lpstr>
      <vt:lpstr>Галерея</vt:lpstr>
      <vt:lpstr>Изученая теория</vt:lpstr>
      <vt:lpstr>Презентация PowerPoint</vt:lpstr>
      <vt:lpstr>Презентация PowerPoint</vt:lpstr>
      <vt:lpstr>API для интернет-магазина</vt:lpstr>
      <vt:lpstr>Дальнейшие планы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</dc:creator>
  <cp:lastModifiedBy>Danik</cp:lastModifiedBy>
  <cp:revision>13</cp:revision>
  <dcterms:created xsi:type="dcterms:W3CDTF">2025-06-17T09:49:16Z</dcterms:created>
  <dcterms:modified xsi:type="dcterms:W3CDTF">2025-06-24T09:27:42Z</dcterms:modified>
</cp:coreProperties>
</file>